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4071"/>
    <a:srgbClr val="60C2CD"/>
    <a:srgbClr val="61C1CD"/>
    <a:srgbClr val="34C0CD"/>
    <a:srgbClr val="02ABAC"/>
    <a:srgbClr val="029BD0"/>
    <a:srgbClr val="03A9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>
      <p:cViewPr varScale="1">
        <p:scale>
          <a:sx n="145" d="100"/>
          <a:sy n="145" d="100"/>
        </p:scale>
        <p:origin x="124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9A9D4-C4FF-61E7-7064-346F48B1CF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F19064-F02E-FE4C-EAB8-156163FF90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62E88-82C9-0A2D-07D5-1A77575F5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D6E2D-8F27-4C25-AE82-F2FCAE46E85A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BB3B9-0640-B7B2-BA91-65DE5C8FB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F4163-4B07-1004-E35C-EBC41CFD1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B5B40-2B49-40DA-9362-7AFBFE37C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924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C8D8-8D8E-C33D-5015-AF5B42D8D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DC017-6C39-0AE3-44D0-5F8EAE6A0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1A3EB-D46A-3819-86B5-65E93A132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D6E2D-8F27-4C25-AE82-F2FCAE46E85A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FA193-65E1-F053-389D-CAA67365D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AD24D-2BB4-1BD0-E456-71F9F368E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B5B40-2B49-40DA-9362-7AFBFE37C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229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F8791-C6AF-32A5-2B2A-12CDD9406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CC51DA-99C2-8930-BFFE-878ACDF7A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31F9C-4AF3-9108-48D4-A9ADCADFF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D6E2D-8F27-4C25-AE82-F2FCAE46E85A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927A7-9A6B-FEB8-ECD3-5EFD4F8F4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34D03-FF2F-BB57-6D2B-B1222540E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B5B40-2B49-40DA-9362-7AFBFE37C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127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3F66D-FDD0-B0BE-6103-22E8408F0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1612C-F69F-C241-8C6B-7E44902565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4EFC0-E8C2-E53A-52E8-583FB23E17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97997-CB7E-5FB3-877D-2A596F2A9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D6E2D-8F27-4C25-AE82-F2FCAE46E85A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BC879-52C1-2BE6-139B-E8873CF40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297EC-B6E1-8A97-6579-E1DEDE0B0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B5B40-2B49-40DA-9362-7AFBFE37C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938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BF22B-5E91-F2A4-90B3-AE1C2FB57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94C1F-BC8F-47D3-F9E0-C9F14BD0F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CBBCAA-C6EB-4F46-08CE-2A4A5B0E49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482938-FB7D-48F6-530C-FE8DA368FA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1E7FD5-EB2E-39E3-CC66-F184E2970F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2A0422-2D60-309E-37B9-9AF3A69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D6E2D-8F27-4C25-AE82-F2FCAE46E85A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9EFFF4-2BF7-7345-5DCA-044D0BCF2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4F0682-D48A-8A6D-5FA3-E98C894C0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B5B40-2B49-40DA-9362-7AFBFE37C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627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2C290-DA4E-71E8-8E9E-EC2D71ECF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6E769C-91A0-ABAC-BF2A-19D966932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D6E2D-8F27-4C25-AE82-F2FCAE46E85A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E2746A-4F37-AC65-832F-64D36EBE3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DCCD0D-1236-34B6-0FC7-54FFD0D93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B5B40-2B49-40DA-9362-7AFBFE37C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226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C32C0F-A19A-0C5B-BB6B-5C43156E5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D6E2D-8F27-4C25-AE82-F2FCAE46E85A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6697B1-1DF5-40BE-CF7C-AB8A8585D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68AA4-93AC-996F-DAD7-1EDA98D2D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B5B40-2B49-40DA-9362-7AFBFE37C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621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765C6-F1A8-2C00-1BAB-5A5D9F531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3D237-2AD5-C8CA-A21B-FDC647961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4B2BD0-6623-E94F-3238-59FDD8700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E2509-C52B-3574-7795-299779F04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D6E2D-8F27-4C25-AE82-F2FCAE46E85A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59FB7-58F1-374F-77DE-823786B04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0905B-CF7B-6CD7-F122-5DBDC103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B5B40-2B49-40DA-9362-7AFBFE37C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499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C89D-626B-BE2C-693E-79209081E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717B05-CFDE-240B-2239-5C8D706CF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4C7284-AB5E-F353-335F-EE32B4E816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BD61D-44E4-D455-1B6E-97828F1DF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D6E2D-8F27-4C25-AE82-F2FCAE46E85A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321BB-7C74-AC1A-6729-7F3D9BE65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62423B-A5EC-F8DA-D8BE-F1DB8A642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B5B40-2B49-40DA-9362-7AFBFE37C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847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89EA9-3EF8-F072-A2F3-D97A2C744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E68A64-1EDA-B67E-CE1F-8C1987C35D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E4DF4-DC2C-1567-ECF1-EA36930B4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D6E2D-8F27-4C25-AE82-F2FCAE46E85A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36E6C-4AF2-00D1-E9BC-16C1A2B84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5625E-ECB1-4922-8DB5-2224FBE60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B5B40-2B49-40DA-9362-7AFBFE37C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48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259F64-5BDE-7AA0-FDDE-7FE54CF1FB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1678F8-C137-D1D7-5E9F-2DFB034ED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CA3FF-3AC8-3761-DAD6-2C04409BC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D6E2D-8F27-4C25-AE82-F2FCAE46E85A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0B097-A5D0-F97B-AA2E-FE7890346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36FE2-AF97-7BC3-B58C-0A79238FF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B5B40-2B49-40DA-9362-7AFBFE37C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489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D2AE83-CBD5-9F81-0C78-26DA2C56C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B96013-0189-9116-5F83-70B8C6E61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5813E-E7AD-1E22-D069-FECCB8149D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D6E2D-8F27-4C25-AE82-F2FCAE46E85A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8BE1C-5F83-1F84-419A-D7C7C0A2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83F1B-3931-A6AF-264D-4A07A32FE4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1B5B40-2B49-40DA-9362-7AFBFE37C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34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2A51E18B-A705-B122-82B5-A2C074662A29}"/>
              </a:ext>
            </a:extLst>
          </p:cNvPr>
          <p:cNvGrpSpPr/>
          <p:nvPr/>
        </p:nvGrpSpPr>
        <p:grpSpPr>
          <a:xfrm>
            <a:off x="4590745" y="1560023"/>
            <a:ext cx="2623833" cy="3043646"/>
            <a:chOff x="5893072" y="2264625"/>
            <a:chExt cx="2623833" cy="3043646"/>
          </a:xfrm>
        </p:grpSpPr>
        <p:sp>
          <p:nvSpPr>
            <p:cNvPr id="4" name="Hexagon 3">
              <a:extLst>
                <a:ext uri="{FF2B5EF4-FFF2-40B4-BE49-F238E27FC236}">
                  <a16:creationId xmlns:a16="http://schemas.microsoft.com/office/drawing/2014/main" id="{2735D1CF-4207-74B3-8D88-94207AC4CF30}"/>
                </a:ext>
              </a:extLst>
            </p:cNvPr>
            <p:cNvSpPr/>
            <p:nvPr/>
          </p:nvSpPr>
          <p:spPr>
            <a:xfrm rot="16200000">
              <a:off x="5683166" y="2474531"/>
              <a:ext cx="3043646" cy="2623833"/>
            </a:xfrm>
            <a:prstGeom prst="hexagon">
              <a:avLst/>
            </a:prstGeom>
            <a:gradFill flip="none" rotWithShape="1">
              <a:gsLst>
                <a:gs pos="49000">
                  <a:srgbClr val="60C2CD">
                    <a:lumMod val="100000"/>
                  </a:srgbClr>
                </a:gs>
                <a:gs pos="80000">
                  <a:schemeClr val="accent1">
                    <a:lumMod val="45000"/>
                    <a:lumOff val="55000"/>
                  </a:schemeClr>
                </a:gs>
                <a:gs pos="94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0"/>
              <a:tileRect/>
            </a:gradFill>
            <a:ln w="57150">
              <a:solidFill>
                <a:srgbClr val="254071"/>
              </a:solidFill>
            </a:ln>
            <a:effectLst>
              <a:glow>
                <a:schemeClr val="accent1"/>
              </a:glow>
              <a:outerShdw blurRad="50800" dist="50800" dir="5400000" sx="1000" sy="1000" algn="ctr" rotWithShape="0">
                <a:srgbClr val="000000">
                  <a:alpha val="90000"/>
                </a:srgbClr>
              </a:outerShdw>
              <a:reflection endPos="0" dist="50800" dir="5400000" sy="-100000" algn="bl" rotWithShape="0"/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endParaRPr lang="en-US" sz="3000" dirty="0">
                <a:solidFill>
                  <a:schemeClr val="tx1"/>
                </a:solidFill>
              </a:endParaRPr>
            </a:p>
            <a:p>
              <a:pPr algn="ctr"/>
              <a:endParaRPr lang="en-US" sz="3000" dirty="0">
                <a:solidFill>
                  <a:schemeClr val="tx1"/>
                </a:solidFill>
              </a:endParaRPr>
            </a:p>
            <a:p>
              <a:pPr algn="ctr"/>
              <a:endParaRPr lang="en-US" sz="3000" dirty="0">
                <a:solidFill>
                  <a:srgbClr val="002060"/>
                </a:solidFill>
              </a:endParaRPr>
            </a:p>
            <a:p>
              <a:pPr algn="ctr"/>
              <a:r>
                <a:rPr lang="en-US" sz="3000" b="1" dirty="0">
                  <a:solidFill>
                    <a:srgbClr val="002060"/>
                  </a:solidFill>
                </a:rPr>
                <a:t>Statistical Inference 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0F76296-A3FD-34A0-B3C5-1BEFA2036467}"/>
                </a:ext>
              </a:extLst>
            </p:cNvPr>
            <p:cNvSpPr/>
            <p:nvPr/>
          </p:nvSpPr>
          <p:spPr>
            <a:xfrm>
              <a:off x="6425189" y="2515297"/>
              <a:ext cx="1487226" cy="1487226"/>
            </a:xfrm>
            <a:prstGeom prst="ellipse">
              <a:avLst/>
            </a:prstGeom>
            <a:blipFill>
              <a:blip r:embed="rId2"/>
              <a:stretch>
                <a:fillRect/>
              </a:stretch>
            </a:blipFill>
            <a:effectLst>
              <a:reflection endPos="0" dist="50800" dir="5400000" sy="-100000" algn="bl" rotWithShape="0"/>
              <a:softEdge rad="381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6136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exagon 4">
            <a:extLst>
              <a:ext uri="{FF2B5EF4-FFF2-40B4-BE49-F238E27FC236}">
                <a16:creationId xmlns:a16="http://schemas.microsoft.com/office/drawing/2014/main" id="{2FACD726-E8AA-3BA5-191F-DDB5FC9FD278}"/>
              </a:ext>
            </a:extLst>
          </p:cNvPr>
          <p:cNvSpPr/>
          <p:nvPr/>
        </p:nvSpPr>
        <p:spPr>
          <a:xfrm rot="16200000">
            <a:off x="4394028" y="1879833"/>
            <a:ext cx="3043646" cy="2623833"/>
          </a:xfrm>
          <a:prstGeom prst="hexagon">
            <a:avLst/>
          </a:prstGeom>
          <a:blipFill dpi="0" rotWithShape="0">
            <a:blip r:embed="rId2">
              <a:alphaModFix amt="5000"/>
            </a:blip>
            <a:srcRect/>
            <a:stretch>
              <a:fillRect b="42000"/>
            </a:stretch>
          </a:blipFill>
          <a:ln w="57150">
            <a:solidFill>
              <a:schemeClr val="tx1"/>
            </a:solidFill>
          </a:ln>
          <a:effectLst>
            <a:glow>
              <a:schemeClr val="accent1"/>
            </a:glow>
            <a:outerShdw blurRad="50800" dist="50800" dir="5400000" sx="1000" sy="1000" algn="ctr" rotWithShape="0">
              <a:srgbClr val="000000">
                <a:alpha val="90000"/>
              </a:srgbClr>
            </a:outerShdw>
            <a:reflection endPos="0" dist="50800" dir="5400000" sy="-100000" algn="bl" rotWithShape="0"/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en-US" sz="3000" dirty="0">
              <a:solidFill>
                <a:schemeClr val="tx1"/>
              </a:solidFill>
            </a:endParaRPr>
          </a:p>
          <a:p>
            <a:pPr algn="ctr"/>
            <a:endParaRPr lang="en-US" sz="3000" dirty="0">
              <a:solidFill>
                <a:schemeClr val="tx1"/>
              </a:solidFill>
            </a:endParaRPr>
          </a:p>
          <a:p>
            <a:pPr algn="ctr"/>
            <a:endParaRPr lang="en-US" sz="3000" b="1" dirty="0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r>
              <a:rPr lang="en-US" sz="3000" b="1" dirty="0">
                <a:solidFill>
                  <a:schemeClr val="bg2">
                    <a:lumMod val="10000"/>
                  </a:schemeClr>
                </a:solidFill>
              </a:rPr>
              <a:t>Statistical Inference </a:t>
            </a:r>
          </a:p>
        </p:txBody>
      </p:sp>
      <p:pic>
        <p:nvPicPr>
          <p:cNvPr id="19" name="Graphic 18" descr="Microscope with solid fill">
            <a:extLst>
              <a:ext uri="{FF2B5EF4-FFF2-40B4-BE49-F238E27FC236}">
                <a16:creationId xmlns:a16="http://schemas.microsoft.com/office/drawing/2014/main" id="{C3584A29-8C30-4048-1217-4BC1253604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8651" y="206619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78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4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Rodolfo Lourenzutti</dc:creator>
  <cp:lastModifiedBy>Rodolfo Lourenzutti</cp:lastModifiedBy>
  <cp:revision>3</cp:revision>
  <dcterms:created xsi:type="dcterms:W3CDTF">2023-04-10T16:53:31Z</dcterms:created>
  <dcterms:modified xsi:type="dcterms:W3CDTF">2023-04-11T00:09:40Z</dcterms:modified>
</cp:coreProperties>
</file>